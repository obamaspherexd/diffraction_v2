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61FBD-CEC7-614E-DD4D-5117BE8F1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08EA37-DA60-F172-335E-751E5124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C238C4-BE21-D2ED-E81A-BA7104AA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595397-05EA-5044-85F9-A5AA39BC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38F83F-4AE5-62A9-3EC7-D92F9FC3D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98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208AD-C784-7B2E-F7F2-BBFCF641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2F8A53-D817-E119-832A-2D119B321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6A6F00-1B75-D6AD-2AA6-A177A6C7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7F5161-3A33-7D35-7024-52767135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7C49CC-2DCF-33BD-24B0-101C036B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91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89194-34B7-75DB-BEEE-C7434BFE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930D35-2A3A-1620-6378-A8A553EDF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32F28C-24C5-74DF-854A-95A63850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EF9FDD-2B0D-B4A5-4752-1B6828A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6B6DF9-61AB-797C-2CD1-9AEBAE96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2E023-8ABD-9830-5B4A-9B91BDF6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95553-357A-F732-069C-540E30200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1A560-26D3-D0D1-82D6-25DDC05A1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111416-EA5F-4271-6E56-06C30E4B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DBB397-6041-926B-B7C1-76B4A26F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1E7B89-3A6C-8770-83F5-A526C0FB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66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5C353-A046-6452-5121-E8B99C14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CB1AB4-5860-F5D3-FAB2-182F8B3A4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C48F92-B1F2-692A-201B-AAFE0FDC1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D17861-BF43-5E9D-3FD3-1959B0CB0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6D994-6180-674D-2B99-E4CA6DC96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A12EDE-7FA7-279F-DE8F-F51C8CEF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4C1AF00-83F8-8DBC-8C05-9C33C3D4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99C8C5-3843-A7C1-0C9D-F2A797EC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45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C1420-D3D7-B58D-E182-BD988347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355BE5-447F-5E96-8FA8-503282D6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B10659-4824-D493-E630-6FAC121B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DC4C0F-30A7-616C-F177-53F8EB54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62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DFAB70-56C8-6BD7-CB42-6FF61B0A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1653B8-88C6-10D7-1162-C6EF4E93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5161FB-7A97-379A-55DB-C22B9D7C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6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3C704-2592-4389-9456-6C4B8F12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552C07-EFCD-3061-3FA8-76219DC23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053000-E7DE-4A06-2807-8DD367F8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CE6F0-376A-9450-1CC4-E9C33056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48E86F-6E94-D8D5-C384-A65FE995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0B4839-4B4F-A865-5BB2-1033FB6F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74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04ED6-2350-6DC7-1735-79830B61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9A1A9F-0696-406C-3B15-687CD5361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4F52C6-9C10-8CD4-8474-E76D628C8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487011-8AF3-2363-AC5C-4CC685B5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2A1183-E1A7-36FA-E70D-1EF5FB02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2D21F2-59D7-2200-79C3-1716B7CF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0674C-BD0C-9AAF-F0DE-BCA6F6A2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038633-776A-673A-6C5F-E8977BDAE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B85488-EF21-1D0D-EC2A-23180D79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50289-0B03-B169-DE2E-FBDDAC83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ECF713-0834-0A78-A3F5-0F538FDC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09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2CBCD6-9301-B27B-17DA-08573185B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2579AA6-63A5-CE21-1DE5-2A3CA77C1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D180CF-C1A2-F1ED-6EC6-1E63C83E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4823A9-77DC-03AE-86FD-23760604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AEE3A4-7F49-C7EA-7F4D-08A774E9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16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C75A7-FFFE-E119-9A0D-0DFC94C2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418ABA-5EF9-2BAB-BA6F-C6A6C3D6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A109A8-1713-33C2-DE22-E952F6C41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54E14-28BC-4C06-814A-742D12EBFC4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EA930D-395F-AE6A-DE6D-1A0F1DE2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91CE0-D4E8-B4A9-D816-E9838C3D0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91161-2535-4C83-824C-9FF199F2C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55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4E56A-467C-7E4F-C5A3-504E33B26A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,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7D9A9E-7254-181D-7809-45CB0347B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8C2509-2868-1469-7B55-E906DD288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3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6CE5A-6FA2-7A30-CA32-3A71ECBE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48D34-1A76-232C-E1E2-50BD1363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C8AB73-2A1A-6056-B4C8-863B4BDCE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8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06B82-4A19-456A-3CD6-E269A01B7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C6FDB-3CAF-C9BD-66FF-7F1E3F660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C38AB6-641C-89C9-FC78-36A6223FA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0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D2DAC-ADFB-EA57-41F0-DBD437D8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57DB0-2473-8B84-ED67-8F5722D85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43C710-6071-57AA-ED76-A4407DA7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2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FF595-FD9B-4702-5BF0-3C3F061D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5D9B80-BF2D-E3A1-F920-932293B6F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A8ADFE-2714-11CA-C2D9-D28AD86D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8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CAE3D-2D31-8689-B1B7-1D444C326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502C7C-825F-24E1-26D5-AEC0D734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7272E8-DC75-7755-733B-6AE0542A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4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FEF8F-8F17-1299-E18C-45BA789C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59F093-EB01-2D0F-DF67-11D2364A1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B59112-2DF5-3534-B619-BA1C1CC3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D2C4A-29D0-A7D1-E8CB-B526E05E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3567BE-BED9-3EC9-421A-A62D53886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CD0394-84D3-C376-351B-BD771265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3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83944-888A-B76B-8CEE-7CC7A7C8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2B21C-9293-B5F0-42D0-38986BC37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83DB68-51EA-0C4E-1F74-473E37C5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97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88C49-075B-0A26-80C5-D6303002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F56DB6-6C48-ACA9-034E-27641D3C3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896B69-9ABB-1F9E-C3C5-069EEE62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1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9215A-E153-ECE2-D59C-5D7D731B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0770C-CC92-D066-B8E8-EC152ED1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CBDC69-0B50-E29B-6DD2-81B8AD12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9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3B84F-07C5-F247-B49F-DFF35A71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47A431-9FB9-159C-F96D-5D53730F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92B7C5-9031-07FD-C6DA-B59080D55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5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81828-C515-6197-C581-FE5944A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8286EC-3316-2773-6389-2E1BEE33B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C6C8B2-8592-865A-B3DB-8F57FFD6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762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,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Stolyarov</dc:creator>
  <cp:lastModifiedBy>Artem Stolyarov</cp:lastModifiedBy>
  <cp:revision>1</cp:revision>
  <dcterms:created xsi:type="dcterms:W3CDTF">2026-05-21T16:15:21Z</dcterms:created>
  <dcterms:modified xsi:type="dcterms:W3CDTF">2026-05-21T16:15:21Z</dcterms:modified>
</cp:coreProperties>
</file>