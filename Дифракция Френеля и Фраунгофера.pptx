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61FBD-CEC7-614E-DD4D-5117BE8F1F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B08EA37-DA60-F172-335E-751E5124DC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C238C4-BE21-D2ED-E81A-BA7104AA1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54E14-28BC-4C06-814A-742D12EBFC4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9595397-05EA-5044-85F9-A5AA39BC2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738F83F-4AE5-62A9-3EC7-D92F9FC3D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91161-2535-4C83-824C-9FF199F2C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0989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4208AD-C784-7B2E-F7F2-BBFCF6417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52F8A53-D817-E119-832A-2D119B321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6A6F00-1B75-D6AD-2AA6-A177A6C7F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54E14-28BC-4C06-814A-742D12EBFC4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7F5161-3A33-7D35-7024-527671352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7C49CC-2DCF-33BD-24B0-101C036BD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91161-2535-4C83-824C-9FF199F2C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9917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689194-34B7-75DB-BEEE-C7434BFE0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0930D35-2A3A-1620-6378-A8A553EDFA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132F28C-24C5-74DF-854A-95A638508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54E14-28BC-4C06-814A-742D12EBFC4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9EF9FDD-2B0D-B4A5-4752-1B6828A88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A6B6DF9-61AB-797C-2CD1-9AEBAE968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91161-2535-4C83-824C-9FF199F2C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129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12E023-8ABD-9830-5B4A-9B91BDF62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6A95553-357A-F732-069C-540E302007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421A560-26D3-D0D1-82D6-25DDC05A1C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111416-EA5F-4271-6E56-06C30E4B0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54E14-28BC-4C06-814A-742D12EBFC4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1DBB397-6041-926B-B7C1-76B4A26F6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F1E7B89-3A6C-8770-83F5-A526C0FBC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91161-2535-4C83-824C-9FF199F2C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662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05C353-A046-6452-5121-E8B99C14E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6CB1AB4-5860-F5D3-FAB2-182F8B3A41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3C48F92-B1F2-692A-201B-AAFE0FDC1E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5D17861-BF43-5E9D-3FD3-1959B0CB0E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A66D994-6180-674D-2B99-E4CA6DC962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2A12EDE-7FA7-279F-DE8F-F51C8CEFA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54E14-28BC-4C06-814A-742D12EBFC4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4C1AF00-83F8-8DBC-8C05-9C33C3D42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B99C8C5-3843-A7C1-0C9D-F2A797EC4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91161-2535-4C83-824C-9FF199F2C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1454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BC1420-D3D7-B58D-E182-BD988347F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5355BE5-447F-5E96-8FA8-503282D67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54E14-28BC-4C06-814A-742D12EBFC4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4B10659-4824-D493-E630-6FAC121B3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2DC4C0F-30A7-616C-F177-53F8EB543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91161-2535-4C83-824C-9FF199F2C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06252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BDFAB70-56C8-6BD7-CB42-6FF61B0AB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54E14-28BC-4C06-814A-742D12EBFC4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B1653B8-88C6-10D7-1162-C6EF4E93D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5161FB-7A97-379A-55DB-C22B9D7C7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91161-2535-4C83-824C-9FF199F2C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5369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33C704-2592-4389-9456-6C4B8F124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8552C07-EFCD-3061-3FA8-76219DC23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C053000-E7DE-4A06-2807-8DD367F87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A3CE6F0-376A-9450-1CC4-E9C33056B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54E14-28BC-4C06-814A-742D12EBFC4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148E86F-6E94-D8D5-C384-A65FE9956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30B4839-4B4F-A865-5BB2-1033FB6F1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91161-2535-4C83-824C-9FF199F2C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0749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D04ED6-2350-6DC7-1735-79830B615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F9A1A9F-0696-406C-3B15-687CD53618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D4F52C6-9C10-8CD4-8474-E76D628C88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A487011-8AF3-2363-AC5C-4CC685B53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54E14-28BC-4C06-814A-742D12EBFC4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32A1183-E1A7-36FA-E70D-1EF5FB02A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C2D21F2-59D7-2200-79C3-1716B7CF7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91161-2535-4C83-824C-9FF199F2C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884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A0674C-BD0C-9AAF-F0DE-BCA6F6A24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C038633-776A-673A-6C5F-E8977BDAE3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B85488-EF21-1D0D-EC2A-23180D790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54E14-28BC-4C06-814A-742D12EBFC4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B50289-0B03-B169-DE2E-FBDDAC837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ECF713-0834-0A78-A3F5-0F538FDC3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91161-2535-4C83-824C-9FF199F2C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099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52CBCD6-9301-B27B-17DA-08573185BA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2579AA6-63A5-CE21-1DE5-2A3CA77C13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0D180CF-C1A2-F1ED-6EC6-1E63C83E4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54E14-28BC-4C06-814A-742D12EBFC4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24823A9-77DC-03AE-86FD-23760604A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CAEE3A4-7F49-C7EA-7F4D-08A774E9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91161-2535-4C83-824C-9FF199F2C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6160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3C75A7-FFFE-E119-9A0D-0DFC94C2B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D418ABA-5EF9-2BAB-BA6F-C6A6C3D6A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EA109A8-1713-33C2-DE22-E952F6C417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254E14-28BC-4C06-814A-742D12EBFC45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2EA930D-395F-AE6A-DE6D-1A0F1DE28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E91CE0-D4E8-B4A9-D816-E9838C3D04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F91161-2535-4C83-824C-9FF199F2C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7559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F4E56A-467C-7E4F-C5A3-504E33B26A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,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7D9A9E-7254-181D-7809-45CB0347B6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38C2509-2868-1469-7B55-E906DD288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333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96CE5A-6FA2-7A30-CA32-3A71ECBE5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E48D34-1A76-232C-E1E2-50BD13638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1C8AB73-2A1A-6056-B4C8-863B4BDCEF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787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206B82-4A19-456A-3CD6-E269A01B7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5EC6FDB-3CAF-C9BD-66FF-7F1E3F660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EC38AB6-641C-89C9-FC78-36A6223FA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207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1D2DAC-ADFB-EA57-41F0-DBD437D84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3157DB0-2473-8B84-ED67-8F5722D85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43C710-6071-57AA-ED76-A4407DA77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022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DFF595-FD9B-4702-5BF0-3C3F061D4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75D9B80-BF2D-E3A1-F920-932293B6F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2A8ADFE-2714-11CA-C2D9-D28AD86D3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189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BCAE3D-2D31-8689-B1B7-1D444C326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502C7C-825F-24E1-26D5-AEC0D73401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A7272E8-DC75-7755-733B-6AE0542A0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647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6FEF8F-8F17-1299-E18C-45BA789C7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59F093-EB01-2D0F-DF67-11D2364A11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BB59112-2DF5-3534-B619-BA1C1CC37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40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DD2C4A-29D0-A7D1-E8CB-B526E05EF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B3567BE-BED9-3EC9-421A-A62D53886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ECD0394-84D3-C376-351B-BD771265E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4328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A83944-888A-B76B-8CEE-7CC7A7C82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9F2B21C-9293-B5F0-42D0-38986BC37F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A83DB68-51EA-0C4E-1F74-473E37C53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975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A88C49-075B-0A26-80C5-D63030022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F56DB6-6C48-ACA9-034E-27641D3C3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8896B69-9ABB-1F9E-C3C5-069EEE623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310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39215A-E153-ECE2-D59C-5D7D731B2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B00770C-CC92-D066-B8E8-EC152ED18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ACBDC69-0B50-E29B-6DD2-81B8AD123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92CE3BE-16CC-D124-6D16-302961F87F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5989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B3B84F-07C5-F247-B49F-DFF35A71D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47A431-9FB9-159C-F96D-5D53730F3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92B7C5-9031-07FD-C6DA-B59080D55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35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181828-C515-6197-C581-FE5944A76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8286EC-3316-2773-6389-2E1BEE33BA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3C6C8B2-8592-865A-B3DB-8F57FFD64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7627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Широкоэкранный</PresentationFormat>
  <Paragraphs>1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Тема Office</vt:lpstr>
      <vt:lpstr>,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Artem Stolyarov</dc:creator>
  <cp:lastModifiedBy>Artem Stolyarov</cp:lastModifiedBy>
  <cp:revision>2</cp:revision>
  <dcterms:created xsi:type="dcterms:W3CDTF">2026-05-21T16:15:21Z</dcterms:created>
  <dcterms:modified xsi:type="dcterms:W3CDTF">2026-05-21T18:58:51Z</dcterms:modified>
</cp:coreProperties>
</file>